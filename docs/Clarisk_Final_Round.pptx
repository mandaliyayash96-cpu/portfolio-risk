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478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CLARISK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2026  ·  FINAL ROUND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Portfolio Monitoring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Risk Management System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risk clearly.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Mandaliya  ·  Kaivan Parikh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Information Technology  ·  GLS University, Ahmedabad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investors hold assets across multiple platforms, resulting in fragmented information and limited visibility into their overall financial position. Without a centralized system, tracking portfolio performance, assessing diversification, monitoring risk exposure, and identifying trends becomes difficult.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4041648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scattered across brokers — no single view.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37947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4041648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invisible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show profit, never downside exposure.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00416" y="37947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6448" y="4041648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564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56448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and trends go unnoticed.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consolidates portfolio data, monitors performance, analyzes asset allocation, and generates risk insights.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Clarisk — a unified risk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 platform where an investor signs in by phone, consolidates holdings from any platform, and instantly sees a live valuation, a full quantitative risk profile, a rebalancing suggestion, and real-time alerts — refreshing itself automatically.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71800"/>
            <a:ext cx="640080" cy="6400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2976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by phone; add holdings by hand, CSV, or simulated broker sync — one unified portfolio.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26517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971800"/>
            <a:ext cx="640080" cy="6400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73168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42976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valuation, allocation, and a full risk engine — VaR, beta, Sharpe, drawdown, correlation.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26517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2971800"/>
            <a:ext cx="640080" cy="6400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3336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42976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suggestion, live breach alerts, and a downloadable PDF risk report.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— not a mockup. Backed by 550+ automated tests.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requirement,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CLARISK DELIVERS 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1463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105156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920240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portfolio 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920240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portfolio; add by hand, CSV, or broker sync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287000" y="204825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87000" y="20482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496312"/>
            <a:ext cx="1051560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496312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aggregation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496312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broker connect (Zerodha/Groww/Upstox/ICICI) + CSV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87000" y="262432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87000" y="2624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072384"/>
            <a:ext cx="105156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072384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performance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072384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valuation, P/L, value &amp; drawdown charts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87000" y="32004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87000" y="3200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648456"/>
            <a:ext cx="1051560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648456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asset allocation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3648456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by holding and sector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87000" y="377647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87000" y="37764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224528"/>
            <a:ext cx="105156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224528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 metrics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4224528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(3 methods), CVaR, beta, volatility, Sharpe, Sortino, drawdown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287000" y="435254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87000" y="43525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4800600"/>
            <a:ext cx="1051560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800600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insights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800600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+ concentration (HHI)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287000" y="492861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87000" y="49286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" y="5376672"/>
            <a:ext cx="105156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5376672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trends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160520" y="5376672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curve &amp; underwater drawdown over time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287000" y="550468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287000" y="55046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2960" y="5952744"/>
            <a:ext cx="1051560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0120" y="5952744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tools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160520" y="5952744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risk report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287000" y="60807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287000" y="60807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working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" y="1563624"/>
            <a:ext cx="3136392" cy="4590288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pic>
        <p:nvPicPr>
          <p:cNvPr id="5" name="Image 0" descr="login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063240" cy="45171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6172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sign 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9664" y="1700784"/>
            <a:ext cx="7205472" cy="3483864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1" descr="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737360"/>
            <a:ext cx="7132320" cy="34107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06240" y="5303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 — VaR, beta, Sharpe, drawdown, correlation, all computed live from market data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Rebalancing &amp; real-time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" y="1563624"/>
            <a:ext cx="5285232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pic>
        <p:nvPicPr>
          <p:cNvPr id="5" name="Image 0" descr="re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5212080" cy="2487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rebalance + efficient frontier — cuts volatility 14.3% → 11.6%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27064" y="1563624"/>
            <a:ext cx="5148072" cy="2496312"/>
          </a:xfrm>
          <a:prstGeom prst="roundRect">
            <a:avLst>
              <a:gd name="adj" fmla="val 3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pic>
        <p:nvPicPr>
          <p:cNvPr id="8" name="Image 1" descr="al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074920" cy="2423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41605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alerts pushed over WebSocket the moment a limit breaks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5029200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₹4.18L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5779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value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61688" y="5029200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36008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5779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cycle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00416" y="5029200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74736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8174736" y="5779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alerts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AGGREGATION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Consolidating across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6384" y="1563624"/>
            <a:ext cx="6839712" cy="2916936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pic>
        <p:nvPicPr>
          <p:cNvPr id="5" name="Image 0" descr="bro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766560" cy="28437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617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Zerodha, Groww, Upstox or ICICI — holdings flow into one portfolio; overlapping stocks consolidate automatically.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63840" y="160020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2860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consolidate from any platform via CSV export + our simulated broker connect.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5661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broker API sync (Zerodha Kite Connect). Our swappable data-provider layer already supports it — the seam is built.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56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04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· charts · modals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 / signature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956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304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 / SciPy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09760" y="18288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0" y="1956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2194560"/>
            <a:ext cx="457200" cy="219456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2194560"/>
            <a:ext cx="457200" cy="219456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2194560"/>
            <a:ext cx="457200" cy="219456"/>
          </a:xfrm>
          <a:prstGeom prst="rightArrow">
            <a:avLst/>
          </a:prstGeom>
          <a:solidFill>
            <a:srgbClr val="047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3832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5112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858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33832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 unlock, verified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33832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5112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Beat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858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60s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09760" y="3383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0" y="35112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+ WS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(OTP) → add / import holdings (₹9 gate) → fetch live + 252-day history → align returns → risk engine builds the report → dashboard renders it → Celery re-scans and pushes alerts every 60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Institutional-grade risk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a pure, independently-tested function — verified against known mathematical results, not assumed.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methods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· Parametric · Monte Carlo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219456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7448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· Sharpe · Sortino · CVaR · Drawdown · HHI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19456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7616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Markowitz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Min-variance + efficient frontier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4892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minimum-variance leads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578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only the covariance matrix. Maximum-Sharpe depends on noisy return forecasts and over-concentrates — so we show it as a labelled footnote, not the recommendation. Knowing that distinction is the difference between using a formula and understanding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75104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975104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maths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SciPy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761488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99232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002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912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(NSE)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761488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999232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1912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Phone OTP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85616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023360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600200" y="3904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215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785616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23360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3904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215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 · daphne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809744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5047488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600200" y="4928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239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· Beat · Redis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809744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5047488"/>
            <a:ext cx="365760" cy="3657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95160" y="4928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5239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Recharts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 · ReportLab PDF · 550+ automated tests, all passing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95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vs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66360" cy="4297680"/>
          </a:xfrm>
          <a:prstGeom prst="roundRect">
            <a:avLst>
              <a:gd name="adj" fmla="val 1915"/>
            </a:avLst>
          </a:prstGeom>
          <a:solidFill>
            <a:srgbClr val="D1FA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auth &amp; per-user portfolios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valuation &amp; full risk engine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+ efficient frontier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60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&amp; PDF report export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₹9 payment gate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multi-broker sync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166360" cy="429768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broker API sync (Kite Connect)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OTP + production reCAPTCHA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portfolios per user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/ scenario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&amp; FX risk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scheduled email reports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114800" cy="41148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Clarisk stands out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365760" cy="36576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  —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slides — a running platform with live market data, auth and payments.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566160"/>
            <a:ext cx="365760" cy="36576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74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 depth  —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Markowitz — verified against known results, 550+ tests.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&amp; adaptable  —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name what's simulated, and the architecture is built to extend fast.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risk clearly.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Mandaliya  ·  Kaivan Parikh   |   GLS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2026-09-02T12:59:28Z</dcterms:created>
  <dcterms:modified xsi:type="dcterms:W3CDTF">2026-09-02T12:59:28Z</dcterms:modified>
</cp:coreProperties>
</file>